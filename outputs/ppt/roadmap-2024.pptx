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timeline with stakeholders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 budget proposal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Product Roadmap 2024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Q1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Complete MVP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Onboard first 100 users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Task 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Task 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Task C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Q2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User acquisition campaign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Performance optimization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Q3 Expansion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New features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International markets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Q4 Year-end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Annual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Planning for 2025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Roadmap 2024</dc:title>
  <dc:subject>Product Roadmap 2024</dc:subject>
  <dc:creator>Manus Agent</dc:creator>
  <cp:lastModifiedBy>Manus Agent</cp:lastModifiedBy>
  <cp:revision>1</cp:revision>
  <dcterms:created xsi:type="dcterms:W3CDTF">2026-01-31T03:24:38Z</dcterms:created>
  <dcterms:modified xsi:type="dcterms:W3CDTF">2026-01-31T03:24:38Z</dcterms:modified>
</cp:coreProperties>
</file>