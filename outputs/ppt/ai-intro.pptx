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AI for Everyone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Understanding Artificial Intelligence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What is AI?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Artificial Intelligence is a simulation of human intelligence by machines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AI can learn, reason, and solve problems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Machine Learning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Natural Language Processing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Computer Vision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Why AI Matters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AI is transforming every industry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Healthcare diagnosis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Financial fraud detection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Autonomous vehicles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Everyone</dc:title>
  <dc:subject>AI for Everyone</dc:subject>
  <dc:creator>Manus Agent</dc:creator>
  <cp:lastModifiedBy>Manus Agent</cp:lastModifiedBy>
  <cp:revision>1</cp:revision>
  <dcterms:created xsi:type="dcterms:W3CDTF">2026-01-31T03:24:38Z</dcterms:created>
  <dcterms:modified xsi:type="dcterms:W3CDTF">2026-01-31T03:24:38Z</dcterms:modified>
</cp:coreProperties>
</file>