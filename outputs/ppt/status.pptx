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63636"/>
                </a:solidFill>
              </a:rPr>
              <a:t>Status Update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Current Status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All systems operational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Status Update</dc:title>
  <dc:subject>Status Update</dc:subject>
  <dc:creator>Manus Agent</dc:creator>
  <cp:lastModifiedBy>Manus Agent</cp:lastModifiedBy>
  <cp:revision>1</cp:revision>
  <dcterms:created xsi:type="dcterms:W3CDTF">2026-01-31T03:24:38Z</dcterms:created>
  <dcterms:modified xsi:type="dcterms:W3CDTF">2026-01-31T03:24:38Z</dcterms:modified>
</cp:coreProperties>
</file>