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363636"/>
                </a:solidFill>
              </a:rPr>
              <a:t>Machine Learning Fundamentals</a:t>
            </a:r>
            <a:endParaRPr lang="en-US" sz="4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</a:rPr>
              <a:t>What is Machine Learning?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Machine Learning is a subset of AI that enables systems to learn from data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Instead of explicit programming, ML builds models from examples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Supervised Learning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34290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Unsupervised Learning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39319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Reinforcement Learning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</a:rPr>
              <a:t>Key Concepts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Understanding ML requires familiarity with core concepts: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Training Data - Examples used to build model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6517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Features - Input variables used for prediction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31546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Model - The learned function that makes predictions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36576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Labels - Correct answers in supervised learning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Learning Fundamentals</dc:title>
  <dc:subject>Machine Learning Fundamentals</dc:subject>
  <dc:creator>Manus Agent</dc:creator>
  <cp:lastModifiedBy>Manus Agent</cp:lastModifiedBy>
  <cp:revision>1</cp:revision>
  <dcterms:created xsi:type="dcterms:W3CDTF">2026-01-31T02:44:38Z</dcterms:created>
  <dcterms:modified xsi:type="dcterms:W3CDTF">2026-01-31T02:44:38Z</dcterms:modified>
</cp:coreProperties>
</file>