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importance of AI ethics and regulation in final 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Introduction to Artificial Intelligence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A Comprehensive Overview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What is AI?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Artificial Intelligence (AI) refers to systems that can perform tasks requiring human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can learn, reason, perceive, and solve problems autonomously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Machine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Natural Language Processing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Computer 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Robotics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Types of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is categorized into different types based on capabilities: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Narrow AI - Designed for specific tasks (e.g., chess, image recognition)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General AI - Hypothetical systems with human-like cognitive abilities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Super AI - Theoretical systems surpassing human intelligence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is transforming industries worldwide: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Healthcare: Diagnostic assistance, drug discovery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Finance: Fraud detection, algorithmic trading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Transportation: Autonomous vehicles, traffic optimization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Customer Service: Chatbots, virtual assistants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Future Outlook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continues to evolve rapidly with new breakthroughs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Ethical considerations and responsible development are crucial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subject>Introduction to Artificial Intelligence</dc:subject>
  <dc:creator>Manus Agent</dc:creator>
  <cp:lastModifiedBy>Manus Agent</cp:lastModifiedBy>
  <cp:revision>1</cp:revision>
  <dcterms:created xsi:type="dcterms:W3CDTF">2026-01-31T02:44:38Z</dcterms:created>
  <dcterms:modified xsi:type="dcterms:W3CDTF">2026-01-31T02:44:38Z</dcterms:modified>
</cp:coreProperties>
</file>