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63636"/>
                </a:solidFill>
              </a:rPr>
              <a:t>Benefits of Cloud Computing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What is Cloud Computing?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Cloud computing delivers computing services over internet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On-demand availability of computing resources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Infrastructure as a Service (IaaS)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429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Platform as a Service (PaaS)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Software as a Service (SaaS)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Key Benefits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Organizations choose cloud for these advantages: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Cost Savings - Pay only for what you use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Scalability - Resources scale on demand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Accessibility - Access from anywhere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Reliability - Built-in redundancy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160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Security - Enterprise-grade protection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Benefits of Cloud Computing</dc:title>
  <dc:subject>Benefits of Cloud Computing</dc:subject>
  <dc:creator>Manus Agent</dc:creator>
  <cp:lastModifiedBy>Manus Agent</cp:lastModifiedBy>
  <cp:revision>1</cp:revision>
  <dcterms:created xsi:type="dcterms:W3CDTF">2026-01-31T02:44:38Z</dcterms:created>
  <dcterms:modified xsi:type="dcterms:W3CDTF">2026-01-31T02:44:38Z</dcterms:modified>
</cp:coreProperties>
</file>