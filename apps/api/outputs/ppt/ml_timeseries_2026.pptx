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Advances in Machine Learning for Time Series Forecasting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Key Research and Applications in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Introduction: ML for Time Series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Time series forecasting is a critical task across industries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Traditional statistical methods (ARIMA, SARIMA) have limitations with complex patterns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approaches have revolutionized forecasting accuracy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Deep learning models capture temporal dependencies more effectively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Finance &amp; Economics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Energy &amp; Utilities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Healthcare &amp; Medicine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Supply Chain &amp;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Architectural Innovations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Transformer-based models have become dominant in time series forecasting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Attention mechanisms capture long-range temporal dependencies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Patch-based approaches improve efficiency and scalability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Multi-scale architectures handle different time horizons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Self-attention for temporal patterns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Positional encoding for sequence information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Cross-attention for multivariate series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Hierarchical feature extraction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Major Research Contributions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Foundation models for time series are emerging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Pre-training on diverse datasets enables zero-shot forecasting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Probabilistic forecasting provides uncertainty quantification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Contrastive learning improves representation quality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Large-scale pre-training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Transfer learning capabilities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Distributional forecasting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Self-supervised learning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Applications &amp;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Financial markets: Better volatility prediction and risk assessment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Energy demand: More accurate load forecasting for grid optimization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Healthcare: Early prediction of patient deterioration and disease progression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Retail: Improved demand planning and inventory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Reduced forecast error by 15-30%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Better handling of non-stationary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Improved robustness to outliers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Scalable to millions of time series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Challenges &amp; Future Directions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Computational efficiency remains a concern for very long sequences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Interpretability of deep forecasting models needs improvement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Handling missing data and irregular sampling intervals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Real-time forecasting with low latency requirements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Model compression techniques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for forecasting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Robust learning from noisy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Edge deployment capabilities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has transformed time series forecasting capabilities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Transformer architectures and foundation models are leading the field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Applications span diverse domains with significant practical impact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Future research will focus on efficiency, interpretability, and real-world deployment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Continued innovation in architectures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Better benchmarking and evaluation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Industry adoption accelerating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Integration with other AI technologies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Advances in Machine Learning for Time Series Forecasting</dc:title>
  <dc:subject>Advances in Machine Learning for Time Series Forecasting</dc:subject>
  <dc:creator>Mark Agent</dc:creator>
  <cp:lastModifiedBy>Mark Agent</cp:lastModifiedBy>
  <cp:revision>1</cp:revision>
  <dcterms:created xsi:type="dcterms:W3CDTF">2026-02-09T11:49:18Z</dcterms:created>
  <dcterms:modified xsi:type="dcterms:W3CDTF">2026-02-09T11:49:18Z</dcterms:modified>
</cp:coreProperties>
</file>