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Top 3 Hottest AI/ML Papers 2025-2026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Cutting-Edge Research in Generative AI, Reasoning, and Alignment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Overview of the three most significant AI/ML papers published in late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 areas: Generative Video, Music AI Alignment, and LLM Reasoning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Recent breakthroughs in AI research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Addressing critical challenges in current AI systems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Transforming applications across multiple domains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1: World Models with Calibrated Uncertainty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Published: December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Zhiting Mei et 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hallucination problem in generative video models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Introduces uncertainty quantification (UQ) method for video generation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Enables models to assess confidence in generated content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Critical for robotics and policy evaluation applications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Prevents misalignment with physical reality in video synthesis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2: Aligning Generative Music 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Published: November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Dorien Herremans, Abhinaba Roy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Systematically applies preference alignment to music generation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gap between computational optimization and human appreciation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Leverages MusicRL's large-scale preference learning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Focuses on temporal coherence, harmonic consistency, and subjective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scalability challenges in long-form compositions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Paper 3: Rubric-Driven Multi-Domain Reasoning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Published: November 2025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Authors: Baolong Bi et 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Proposes RGR-GRPO framework for multi-domain reasoning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Leverages rubrics to provide fine-grained reward signals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Improves exploration space during GRPO training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Outperforms single-domain RL methods across 14 benchmarks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937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Addresses limitation of purely online RL frameworks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Themes &amp;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Cross-cutting themes across all three papers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 on making AI systems more reliable and controllable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Uncertainty quantification addresses reliability concerns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Preference alignment ensures human-centric AI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Multi-domain reasoning improves model capabilities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Future direction: safer, more controllable AI systems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Download &amp; Resources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Access the original papers via arXiv links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Explore related research in generative AI and reasoning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Paper 1: https://arxiv.org/abs/2512.05927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429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Paper 2: https://arxiv.org/abs/2511.15038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Paper 3: https://arxiv.org/abs/2511.12344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3 Hottest AI/ML Papers 2025-2026</dc:title>
  <dc:subject>Top 3 Hottest AI/ML Papers 2025-2026</dc:subject>
  <dc:creator>AI Research Summary</dc:creator>
  <cp:lastModifiedBy>AI Research Summary</cp:lastModifiedBy>
  <cp:revision>1</cp:revision>
  <dcterms:created xsi:type="dcterms:W3CDTF">2026-02-08T16:18:23Z</dcterms:created>
  <dcterms:modified xsi:type="dcterms:W3CDTF">2026-02-08T16:18:23Z</dcterms:modified>
</cp:coreProperties>
</file>