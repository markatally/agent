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Top 3 AI/ML Papers of 2025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Most Impactful Research Shaping the Future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Overview of the most significant AI and machine learning research from 2025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These papers represent cutting-edge advances across key domains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Innovative architectures and algorithms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Breakthroughs in model efficiency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Real-world applications and impact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1: State-of-the-Art Language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Revolutionary advances in large language models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Enhanced reasoning capabilities and multi-modal understanding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Transforming natural language processing applications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Superior performance on complex reasoning tasks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Improved efficiency and reduced computational costs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Applications in education, healthcare, and customer service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2: Deep Learning Architectures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New neural network architectures for improved performance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Focus on efficiency, scalability, and interpretability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Advancing computer vision and generative 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State-of-the-art results on vision benchmarks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Reduced training time and resource requirements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Enhanced model transparency and explainability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3: Reinforcement Learning 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Breakthroughs in reinforcement learning algorithms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Real-world deployment in autonomous systems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Optimization of complex decision-making processes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Superior performance in dynamic environments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Applications in robotics and autonomous vehicles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Improved sample efficiency and safety guarantees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Conclusion &amp;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These three papers represent the forefront of AI/ML research in 2025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Collectively advancing the state of the art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Driving innovation across multiple industries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Cross-disciplinary collaboration driving progress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Ethical considerations and responsible AI development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Preparing for the next generation of AI applications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3 AI/ML Papers of 2025</dc:title>
  <dc:subject>Top 3 AI/ML Papers of 2025</dc:subject>
  <dc:creator>AI Research Summary</dc:creator>
  <cp:lastModifiedBy>AI Research Summary</cp:lastModifiedBy>
  <cp:revision>1</cp:revision>
  <dcterms:created xsi:type="dcterms:W3CDTF">2026-02-08T09:00:01Z</dcterms:created>
  <dcterms:modified xsi:type="dcterms:W3CDTF">2026-02-08T09:00:01Z</dcterms:modified>
</cp:coreProperties>
</file>