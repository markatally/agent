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Top AI/ML Trends &amp; Papers 2026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Welcome to our presentation on the hottest AI/ML topics from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Exploring cutting-edge research and emerging trends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Focusing on transformative advances in artificial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AI Agents &amp; Autonomous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Large Language Models &amp; Multimodal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Responsible AI &amp; Ethical Frameworks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Edge AI &amp; Real-Time Processing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AI Agents &amp; Autonomous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Autonomous agents are revolutionizing how AI interacts with complex environments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Multi-agent systems enable collaborative problem-solving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Self-improving agents with adaptive learning capabilities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Swarm intelligence and decentralized coordination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Real-time decision-making in dynamic environments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Enhanced reasoning and planning capabilities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Large Language Models &amp; Multimodal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Multimodal models now seamlessly integrate text, images, audio, and video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Breakthroughs in cross-modal reasoning and understanding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Improved efficiency and reduced computational costs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Unified vision-language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Real-time multimodal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Few-shot learning with minimal training data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Responsible AI &amp; Ethical Frameworks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Growing emphasis on AI governance and ethical guidelines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Fairness, transparency, and accountability becoming standard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Robust evaluation frameworks for AI safety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(XAI) techniques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Bias detection and mitigation strategies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Legal frameworks for AI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Edge AI &amp; Real-Time 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Optimized AI running on edge devices with improved privacy and latency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On-device machine learning for real-time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Federated learning for decentralized data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Hardware acceleration for edge deployment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TinyML for resource-constrained devices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Privacy-preserving AI techniques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2026 represents a pivotal year in AI/ML advancement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 is shifting from model performance to practical applications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Ethical considerations are becoming integral to AI development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AI is becoming more autonomous and capable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Multimodal understanding is transforming human-computer interaction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Responsible AI practices are driving innovation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Sources &amp; 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Major venues include NeurIPS, ICML, CVPR, ACL, and ICLR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Key research includes arXiv and institutional publications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Continued growth in open-source AI research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Peer-reviewed conferences and journals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Open-source repositories and datasets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Industry-academia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Thank you for your attention!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presentation summarizes the hottest AI/ML trends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Stay tuned for more insights on artificial intelligence research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Questions and discussion welcome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Follow for updates on AI/ML research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Building the future of intelligent systems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AI/ML Trends &amp; Papers 2026</dc:title>
  <dc:subject>Top AI/ML Trends &amp; Papers 2026</dc:subject>
  <dc:creator>AI Research Summary</dc:creator>
  <cp:lastModifiedBy>AI Research Summary</cp:lastModifiedBy>
  <cp:revision>1</cp:revision>
  <dcterms:created xsi:type="dcterms:W3CDTF">2026-02-08T08:14:54Z</dcterms:created>
  <dcterms:modified xsi:type="dcterms:W3CDTF">2026-02-08T08:14:54Z</dcterms:modified>
</cp:coreProperties>
</file>