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Hottest ML Time Series Paper of 2026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Multi-Scale Decomposition and Autocorrelation Modeling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Hottest ML Time Series Paper - 2026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Multi-Scale Decomposition and Autocorrelation Modeling for Classical and Machine Learning-Based Time Series Forecasting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Published: January 13,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Mathematics Journal (MDPI)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DOI: 10.3390/math14020283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Authors: Khawla Al-Saeedi, Andrew Fish, Diwei Zhou, Katerina Tsakiri, Antonios Marsellos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Research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Environmental time series (e.g., near-surface air temperature) exhibit two critical characteristics that challenge accurate forecasting: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Strong multi-scale structure - different patterns operating at different temporal scales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Persistent autocorrelation - serial dependence that violates independence assumptions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Traditional approaches struggle to address both issues simultaneously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Methodology: Unified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study proposes integrating Kolmogorov-Zurbenko (KZ) filtering with two modeling approaches: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KZ Filtering - spectral decomposition technique for temporal scale separation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Classical Regression with Cochrane-Orcutt autocorrelation correction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Autocorrelation-adjusted LSTM network that learns embedded correlation coefficient (ρ)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Walk-forward validation using standardized meteorological predictors of T2M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Findings - Performance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Dramatic performance improvements when addressing multi-scale structure and autocorrelation: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LSTM (raw): RMSE = 0.73, R² = 0.46, DW = 0.79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LSTM (with KZ filtering): RMSE = 0.59, R² = 0.63, DW = 1.84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Classical Regression (KZ + Cochrane-Orcutt): RMSE = 0.41, R² = 0.89, DW ≈ 2.0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Classical approach outperforms LSTM in both accuracy and residual behavior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research reveals important principles for time series forecasting: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Addressing multi-scale structures and autocorrelation has greater impact than increasing model complexity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Spectral decomposition with autocorrelation correction produces more reliable forecasts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Classical regression with KZ filtering can surpass LSTM models in accuracy and interpretability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Visual diagnostics confirm tighter predicted-actual alignment in classical models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Research Significance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This work has important implications for environmental prediction and time series modeling: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Demonstrates value of combining time series-aware pre-processing with both traditional and neural network approaches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Challenges the assumption that more complex models (LSTM) always outperform classical methods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Provides a statistically valid framework for environmental forecasting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Offers practical guidance for addressing autocorrelation in time series data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Practical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methodology has broad applicability across domains: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Environmental and climate forecasting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Meteorological prediction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Any time series with multi-scale structure and autocorrelation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Resource planning and decision-making requiring accurate forecasts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Domains where interpretability is as important as accuracy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Takeaways &amp; Future Directions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Key lessons from this research for ML practitioners: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Don't overlook classical methods when modern deep learning approaches are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Pre-processing and understanding data structure is critical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Simpler, properly adjusted models can outperform complex neural networks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Consider both accuracy metrics AND statistical validity (e.g., Durbin-Watson statistic)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Future work: apply this framework to other environmental and non-environmental time series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References &amp; Resources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Access the full paper for detailed methodology and results: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Paper Title: Multi-Scale Decomposition and Autocorrelation Modeling for Classical and Machine Learning-Based Time Series Forecasting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DOI: 10.3390/math14020283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Link: https://www.semanticscholar.org/paper/ddb8c99d3cd072d43a064143b56df0c49d4f4e54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Journal: Mathematics (MDPI), Volume 14, Issue 2,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Hottest ML Time Series Paper of 2026</dc:title>
  <dc:subject>Hottest ML Time Series Paper of 2026</dc:subject>
  <dc:creator>Research Summary</dc:creator>
  <cp:lastModifiedBy>Research Summary</cp:lastModifiedBy>
  <cp:revision>1</cp:revision>
  <dcterms:created xsi:type="dcterms:W3CDTF">2026-02-09T12:28:34Z</dcterms:created>
  <dcterms:modified xsi:type="dcterms:W3CDTF">2026-02-09T12:28:34Z</dcterms:modified>
</cp:coreProperties>
</file>