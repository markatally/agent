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Recent Advances in Timeseries Forecasting with Machine Learning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A Tech Talk on Latest Research &amp; Applications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 to Timeseries Forecasting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Timeseries forecasting is a critical area in data analytics with applications across multiple domains.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Recent advances in computing power and machine learning have revolutionized this field.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This presentation covers cutting-edge research from 2025 on ML approaches to timeseries forecasting.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Energy consumption prediction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Telecommunications traffic forecasting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Healthcare and biomedical applications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Smart manufacturing systems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Energy Consumption Forecasting in Smart Grids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Paper: 'Machine Learning Approaches for Energy Consumption Forecasting and Cost Optimization in Smart Grids' (2025)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M. Kutseva, G. Spasov, G. Petrova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2025 XXXIV International Scientific Conference Electronics (ET)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Comprehensive overview of ML techniques for energy forecasting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Covers statistical methods, ensemble approaches, and deep learning architectures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Applications: time-of-use pricing, load shifting, energy storage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challenges: incomplete data, overfitting, interpretability, privacy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Intelligent Traffic Prediction in Mobile Networks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Paper: 'Deep Learning Approaches for Intelligent Traffic Capacity Prediction in Mobile Communication Networks' (2025)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2025 9th International Conference on CSITSS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Focus: Predicting Base Transceiver Station (BTS) traffic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Uses LSTM, RNN, and GRU neural networks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Data preprocessing: normalization, Fourier transforms, sliding windows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Hyperparameter optimization via Keras Tuner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Achieved 94% prediction accuracy - 22% improvement over traditional methods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715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Interactive Streamlit dashboard for real-time visualization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TimeGPT-Inspired Glucose Forecasting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Paper: 'TimeGPT-inspired Temporal Convolutional Networks with Cross-Attention layers for Glucose Forecasting in Artificial Pancreas' (2025)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Biomedical Circuits and Systems Conference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Novel approach for diabetes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Based on generative pre-trained transformer (GPT)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Temporal Convolutional Network (TCN) layers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Cross-attention for exogenous data fusion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Validated on OhioT1DM dataset with physical activity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715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MARD of 7.56 ± 1.49 for 30-minute prediction horizon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Deep Set Neural Networks for Sparse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Paper: 'Deep Set Neural Networks for forecasting asynchronous bioprocess timeseries' (2023)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Venue: arXiv.org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Addresses challenge of sparse and irregular time series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No need for imputation or alignment procedures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Triplet encoding of input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Agnostic to time series nature - adaptable to any task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Applications: online monitoring, predictive control, design of experiments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715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Outperforms conventional fitting and imputation-based methods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Technologies &amp; Techniques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Modern timeseries forecasting leverages multiple advanced ML techniques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Different architectures suit different problem domains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LSTM (Long Short-Term Memory) networks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GRU (Gated Recurrent Units)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Temporal Convolutional Networks (TCN)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Transformer-based models (TimeGPT-inspired)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Hybrid approaches: GRU-LSTM, CNN-LSTM, Bi-LSTM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440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AutoML frameworks for automated model selection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Applications Across Industries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Timeseries forecasting has diverse real-world applications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Each domain presents unique challenges and opportunities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Energy: Smart grids, consumption optimization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Telecommunications: Traffic prediction, resource planning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Healthcare: Glucose forecasting, disease outbreak prediction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Manufacturing: Smart manufacturing, process optimization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Finance: Stock prices, cryptocurrency forecasting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440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Biotechnology: Bioprocess monitoring and control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Challenges &amp; Future Directions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Despite significant progress, several challenges remain in timeseries forecasting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Handling sparse and irregular data without imputation bias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Model interpretability and explainability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Real-time forecasting with minimal latency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Integration of heterogeneous data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Privacy concerns in federated learning settings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AutoML maturity for timeseries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Conclusion &amp;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Timeseries forecasting continues to evolve rapidly with ML advancements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Recent 2025 papers show promising innovations across multiple domains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Deep learning models achieving 90%+ accuracy in real applications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Novel architectures like TimeGPT-inspired TCNs for healthcare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Practical solutions for sparse data handling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Interactive dashboards for real-time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Strong potential for deployment in 5G/6G infrastructures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References &amp; Further Reading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Key papers discussed in this presentation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Kutseva et al. (2025) - Energy Consumption Forecasting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Nethravathi K.A. et al. (2025) - Traffic Capacity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Kalita et al. (2025) - Glucose Forecasting with TCNs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Borisyak et al. (2023) - Deep Set Neural Networks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Tripathy et al. (2023) - Performance Analysis of DL Techniques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Q&amp;A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Thank you for attending this tech talk on recent advances in timeseries forecasting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Questions and discussion welcome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Discussion on specific applications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Implementation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Future research directions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Advances in Timeseries Forecasting with Machine Learning</dc:title>
  <dc:subject>Recent Advances in Timeseries Forecasting with Machine Learning</dc:subject>
  <dc:creator>Research Overview</dc:creator>
  <cp:lastModifiedBy>Research Overview</cp:lastModifiedBy>
  <cp:revision>1</cp:revision>
  <dcterms:created xsi:type="dcterms:W3CDTF">2026-02-02T12:32:11Z</dcterms:created>
  <dcterms:modified xsi:type="dcterms:W3CDTF">2026-02-02T12:32:11Z</dcterms:modified>
</cp:coreProperties>
</file>