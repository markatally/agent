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63636"/>
                </a:solidFill>
              </a:rPr>
              <a:t>Machine Learning Prediction for Quench Voltage in HTS Coils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A Groundbreaking 2026 Approach Combining TimeGAN and LSTM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Overview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This paper presents a novel framework combining Time-series Generative Adversarial Networks (TimeGAN) with Long Short-Term Memory (LSTM) networks to predict experimental quench voltage in High Temperature Superconducting (HTS) coils.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Published in IEEE Transactions on Applied Superconductivity, August 2026.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First application of TimeGAN to superconducting quench signals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Addresses critical challenge of limited experimental datasets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Achieves ~3% mean relative error in quench prediction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Fast and reliable quench detection is critical for protecting HTS coils, magnets, and devices from catastrophic failure. However, developing ML techniques for quench prediction faces a major obstacle: experimental datasets remain severely limited.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Cryogenic constraints make data collection difficult and expensive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Risk of conductor damage during experiments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Limited data leads to overfitting in ML models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Traditional regression-based forecasting struggles with small datasets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Proposed Framework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The authors propose an innovative two-stage framework that combines generative AI with predictive modeling to overcome data limitations.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Stage 1: TimeGAN generates artificial voltage sequences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Stage 2: LSTM networks predict quench events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Original dataset: 36 measured voltage sequences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TimeGAN generated 90 artificial sequences (2.5x expansion)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Combined dataset enables robust model training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Methodology Details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Time-series GAN (TimeGAN) is specifically designed to generate realistic temporal sequences, making it ideal for augmenting time-series voltage data from superconducting experiments.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TimeGAN learns temporal dynamics and feature distributions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Generated sequences preserve statistical properties of real data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LSTM architecture captures long-term dependencies in voltage patterns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Augmented training data reduces overfitting risk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Framework can be adapted to other time-series prediction tasks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Key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The proposed TimeGAN-LSTM framework demonstrates exceptional performance in quench voltage prediction, significantly outperforming baseline approaches.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Achieved ~3% mean relative error in quench prediction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Substantial improvement over models trained on original data only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Validated on experimental HTS coil measurements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Framework shows strong generalization capabilities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First successful demonstration of TimeGAN in superconductivity domain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Novel Contributions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This work makes several groundbreaking contributions to both the superconductivity and machine learning fields.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First application of TimeGAN to superconducting quench signals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Demonstrates ML-driven data augmentation effectiveness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Provides practical solution for experimental data scarcity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Establishes new paradigm for physics-informed ML applications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Opens avenues for real-time quench detection systems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Impact and Applications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The research has significant implications for the design and operation of superconducting systems across multiple industries and research domains.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Enhanced safety for MRI machines and particle accelerators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Improved reliability of fusion reactor components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Cost reduction in superconducting magnet testing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Foundation for predictive maintenance in HTS systems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Potential extension to other time-series limited-data domains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Future Directions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The authors suggest several promising avenues for extending this work and addressing remaining challenges.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Integration with real-time monitoring systems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Extension to multi-physics quench prediction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Exploration of other generative models (VAEs, Diffusion)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Application to different superconducting materials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Development of explainable AI components for quench analysis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This 2026 study represents a significant advancement in applying machine learning to superconducting systems, demonstrating how generative AI can overcome fundamental data limitations in experimental physics.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Successfully combines TimeGAN and LSTM for quench prediction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Achieves high accuracy with minimal experimental data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Establishes reproducible framework for future research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Paves way for safer, more efficient superconducting technologies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Exemplifies cross-disciplinary innovation in ML applications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Authors and Publication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Yahao Wu, Wenjuan Song, M. Yazdani-Asrami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IEEE Transactions on Applied Superconductivity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DOI: 10.1109/TASC.2025.3646171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Publication Date: August 1, 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Leading research in applied superconductivity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983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Published in premier journal for superconductivity research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5486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Combines expertise in ML, physics, and engineering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5989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Open access available through IEEE Xplore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Prediction for Quench Voltage in HTS Coils</dc:title>
  <dc:subject>Machine Learning Prediction for Quench Voltage in HTS Coils</dc:subject>
  <dc:creator>Mark Agent</dc:creator>
  <cp:lastModifiedBy>Mark Agent</cp:lastModifiedBy>
  <cp:revision>1</cp:revision>
  <dcterms:created xsi:type="dcterms:W3CDTF">2026-02-09T12:17:51Z</dcterms:created>
  <dcterms:modified xsi:type="dcterms:W3CDTF">2026-02-09T12:17:51Z</dcterms:modified>
</cp:coreProperties>
</file>