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63636"/>
                </a:solidFill>
              </a:rPr>
              <a:t>Cats</a:t>
            </a: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Cats: Fascinating Felines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Cats are one of the most popular pets worldwide, known for their independence, agility, and affectionate nature.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These remarkable animals have been human companions for over 10,000 years, dating back to ancient civilizations.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Over 600 million domestic cats worldwide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Average lifespan: 12-18 years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9319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Can sleep up to 16 hours per day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Have over 20 different vocalizations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937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Excellent night vision and hearing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Cats</dc:title>
  <dc:subject>Cats</dc:subject>
  <dc:creator>Mark Agent</dc:creator>
  <cp:lastModifiedBy>Mark Agent</cp:lastModifiedBy>
  <cp:revision>1</cp:revision>
  <dcterms:created xsi:type="dcterms:W3CDTF">2026-02-11T09:51:39Z</dcterms:created>
  <dcterms:modified xsi:type="dcterms:W3CDTF">2026-02-11T09:51:39Z</dcterms:modified>
</cp:coreProperties>
</file>