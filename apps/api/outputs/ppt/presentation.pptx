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AI-Powered Personalized News App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Intelligent Content Curation &amp; Persona-Based Delivery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Vision &amp; Concept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An intelligent news aggregation platform that automatically collects, curates, and delivers personalized news content to users based on their unique personas, interests, and preferences.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AI-driven content collection from multiple sources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Automatic categorization and summarization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Persona-based news personalization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Real-time push notifications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Core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system comprises four main components working in harmony to deliver a seamless personalized news experience.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Content Aggregation Engine - Scrapes news from APIs, RSS feeds, and web sources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AI Processing Pipeline - NLP for analysis, summarization, and categorization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Persona Engine - Creates and updates user profiles based on behavior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Delivery System - Pushes curated content via app, email, or notifications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Content Collection &amp; 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AI continuously gathers news from diverse sources and processes it intelligently.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Multi-source aggregation: News APIs, RSS feeds, social media, websites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Duplicate detection and deduplication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AI-powered summarization using Large Language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Automatic topic classification and tagging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Sentiment analysis and fact-checking integration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Persona-Based Personalization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Each user receives a unique news experience tailored to their persona.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Initial onboarding quiz to establish base persona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Behavioral tracking: clicks, read time, shares, bookmarks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Dynamic persona updates based on engagement patterns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Interest categories: Technology, Politics, Sports, Finance, Entertainment, etc.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Reading level and content length preferences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AI Models &amp;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Leveraging cutting-edge AI technologies for intelligent news curation.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Large Language Models (GPT, Claude, LLaMA) for summarization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Transformer-based models for content classification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Collaborative filtering for recommendation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Knowledge graphs for topic relationships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Real-time learning and model adaptation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User Experience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 seamless, intuitive interface designed for engagement.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Personalized news feed with infinite scroll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Smart notifications based on user schedule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'For You' vs 'Trending' content views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Audio versions of articles (Text-to-Speech)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Offline reading mode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Dark/Light theme and accessibility options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Monetization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Sustainable revenue models to support the platform.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Freemium model: Basic free, Premium with advanced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Personalized native advertising based on persona (non-intrusive)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Subscription tiers for enterprise teams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Licensing the AI technology to other publishers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Data insights (anonymized) for market research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Technical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Modern, scalable technologies for robust performance.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Backend: Python/FastAPI or Node.js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Database: PostgreSQL + Vector DB (Pinecone/Milvus)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AI/ML: PyTorch, Hugging Face, OpenAI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Frontend: React Native or Flutter for cross-platform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Cloud: AWS/GCP with auto-scaling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Message Queue: Kafka or RabbitMQ for real-time processing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Privacy &amp; Ethics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Building trust through responsible AI practices.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Transparent data collection and usage policies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User control over persona and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Opt-out options for personalization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Bias detection and mitigation in AI models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Compliance with GDPR, CCPA regulations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Regular third-party audits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Development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Phased approach to build and launch the platform.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Phase 1 (Months 1-3): MVP - Basic aggregation and simple recommendations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Phase 2 (Months 4-6): AI integration - Summarization and classification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Phase 3 (Months 7-9): Persona engine - Advanced personalization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Phase 4 (Months 10-12): Beta launch - User testing and refinement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Phase 5 (Month 13+): Public launch with premium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Anticipating and addressing potential obstacles.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Challenge: Information overload → Solution: Smart filtering and summarization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Challenge: Fake news → Solution: Multi-source verification and credibility scoring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Challenge: Filter bubbles → Solution: Diverse content injection and serendipity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Challenge: Real-time performance → Solution: Caching and edge computing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Challenge: User retention → Solution: Gamification and community features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Action items to move from concept to reality.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Define detailed product requirements document (PRD)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Conduct market research and competitive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Build prototype with mock content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Assemble technical team (AI engineers, Full-stack devs, UX designers)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Secure initial funding or bootstrap resources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Establish partnerships with news content providers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Personalized News App</dc:title>
  <dc:subject>AI-Powered Personalized News App</dc:subject>
  <dc:creator>AI Assistant</dc:creator>
  <cp:lastModifiedBy>AI Assistant</cp:lastModifiedBy>
  <cp:revision>1</cp:revision>
  <dcterms:created xsi:type="dcterms:W3CDTF">2026-02-02T07:18:43Z</dcterms:created>
  <dcterms:modified xsi:type="dcterms:W3CDTF">2026-02-02T07:18:43Z</dcterms:modified>
</cp:coreProperties>
</file>