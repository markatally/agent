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Top Timeseries Forecasting Papers - Last Month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Recent Advances in Time Series Prediction Research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Paper 1: Enhancing Transformer-Based Foundation Models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Title: Enhancing Transformer-Based Foundation Models for Time Series Forecasting via Bagging, Boosting and Statistical Ensembles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Date: August 18, 2025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Venue: arXiv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Focus: Improving TSFM performance through ensemble techniques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Addresses limitations of Time Series Foundation Models (TSFMs) like Lag-Llama, TimeGPT, Chronos, MOMENT, UniTS, and TimesFM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Key problems: prediction variance, domain-specific bias, limited uncertainty quantification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486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Proposes statistical and ensemble-based enhancement techniques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5989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Investigates bagging, boosting, and statistical ensemble methods to improve zero-shot forecasting capabilities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Paper 2: Timeseries Foundation Models for Mobility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Title: Timeseries Foundation Models for Mobility: A Benchmark Comparison with Traditional and Deep Learning Models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Date: March 31, 2025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Venue: arXiv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Focus: Foundation models applied to crowd and flow predictions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Compares foundation models (TimeGPT, Chronos, LagLlama) against traditional (ARIMA) and deep learning (ST-ResNet) approaches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Key advantage: zero-shot predictions without retraining on new tasks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486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Application domain: mobility data science, crowd and flow predictions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5989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Provides comprehensive benchmark comparison across different model categories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Paper 3: LSTM for Electricity Forecasting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Title: Data-driven Insights for Informed Decision-Making: Applying LSTM Networks for Robust Electricity Forecasting in Libya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Date: June 20, 2025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Venue: arXiv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Focus: Practical application of LSTM for energy forecasting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Addresses electricity forecasting challenges in Benghazi, Libya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Uses historical data from 2019 (unstable) and 2023 (stable years)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486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Forecasts electricity load, generation, and deficits for 2025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5989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Compares LSTM with ARIMA, seasonal ARIMA, and dynamic regression models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Addresses real-world issues: load shedding, generation deficits, infrastructure limitations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Key Trends &amp; 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Current research directions in timeseries forecasting show three major trends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Foundation Models: Emergence of zero-shot capable models like TimeGPT, Chronos, LagLlama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Ensemble Techniques: Combining multiple models to reduce variance and improve uncertainty quantification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Practical Applications: Focus on real-world problems like energy forecasting and mobility prediction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Benchmarking: Increased emphasis on comparing traditional, deep learning, and foundation model approaches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Three recent papers highlight the evolving landscape of timeseries forecasting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Foundation models are gaining prominence with zero-shot capabilities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Ensemble methods address variance and bias limitations in TSFMs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Practical applications demonstrate real-world impact in energy and mobility domains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Research continues to bridge gap between theoretical advances and operational deployment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 Timeseries Forecasting Papers - Last Month</dc:title>
  <dc:subject>Top Timeseries Forecasting Papers - Last Month</dc:subject>
  <dc:creator>Manus Agent</dc:creator>
  <cp:lastModifiedBy>Manus Agent</cp:lastModifiedBy>
  <cp:revision>1</cp:revision>
  <dcterms:created xsi:type="dcterms:W3CDTF">2026-01-31T08:45:47Z</dcterms:created>
  <dcterms:modified xsi:type="dcterms:W3CDTF">2026-01-31T08:45:47Z</dcterms:modified>
</cp:coreProperties>
</file>