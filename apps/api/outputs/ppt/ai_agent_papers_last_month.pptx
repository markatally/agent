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Influential AI Agent Papers - Last 1 Month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February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Table of Influential AI Agent Papers (Feb 2026)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Here are the top influential AI agent papers published in the last 1 month: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AgentRx: Diagnosing AI Agent Failures from Execution Trajectories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 Task-Level Evaluation of AI Agents in Open-Source Projects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Self-Evolving Coordination Protocol in Multi-Agent AI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DCoPilot: Generative AI-Empowered Policy Adaptation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Constrained Process Maps for Multi-Agent Generative AI Workflows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440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SIDiffAgent: Self-Improving Diffusion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943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LangMap: A Hierarchical Benchmark for Open-Vocabulary Goal Navigation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Boosting metacognition in entangled human-AI interaction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949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Building a Correct-by-Design Lakehouse for Humans and Agents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7452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Statistical Learning Theory in Lean 4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Source: arXiv, Semantic Scholar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Date Range: Feb 1 - Feb 4,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Total Papers: 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All papers are highly influential with high publication date confidence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AgentRx: 115 failed trajectories benchmark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Task-Level Evaluation: 5 autonomous coding agents compared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Self-Evolving Coordination: SECP protocols study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DCoPilot: Dynamic data center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Constrained Process Maps: MDP-based multi-agent workflows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995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SIDiffAgent: Training-free diffusion 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7498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LangMap: Open-vocabulary goal navigation benchmark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8001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Metacognition: Human-AI interaction 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8503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Lakehouse: Correct-by-design data platforms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9006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Lean 4: Statistical learning theory formalization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Themes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papers cover diverse aspects of AI agent research: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✓ Agent failure diagnosis and benchmarking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✓ Multi-agent coordination and workflows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✓ Generative AI integration in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✓ Embodied intelligence and navigation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✓ Human-AI interaction and metacognition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 on practical deployment and evaluation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Safety-critical and regulated domains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7040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Cross-domain applications from coding to data centers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7543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Formal methods and rigorous evaluation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8046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Human-centered AI interaction studies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Influential AI Agent Papers - Last 1 Month</dc:title>
  <dc:subject>Influential AI Agent Papers - Last 1 Month</dc:subject>
  <dc:creator>AI Research Overview</dc:creator>
  <cp:lastModifiedBy>AI Research Overview</cp:lastModifiedBy>
  <cp:revision>1</cp:revision>
  <dcterms:created xsi:type="dcterms:W3CDTF">2026-02-03T16:19:35Z</dcterms:created>
  <dcterms:modified xsi:type="dcterms:W3CDTF">2026-02-03T16:19:35Z</dcterms:modified>
</cp:coreProperties>
</file>