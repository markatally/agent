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Time-Series ML Prediction: Top Papers &amp; Approaches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Comprehensive Review of State-of-the-Art Methods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 to Time-Series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Time-series forecasting is a critical task in machine learning with applications across finance, healthcare, weather prediction, and industrial IoT.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Traditional methods (ARIMA, Prophet) have been surpassed by deep learning approaches that capture complex temporal patterns and dependencies.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presentation reviews three influential papers and key modern approaches in time-series ML prediction.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Growing importance of accurate forecasting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Evolution from statistical to deep learning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challenges: non-linearity, seasonality, long-term dependencies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LSTM for Time-Series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Long Short-Term Memory (LSTM) networks revolutionized time-series prediction by addressing the vanishing gradient problem in RNNs.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LSTMs maintain cell states that can preserve information over long sequences, making them ideal for capturing temporal dependencies.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advantages include the ability to learn from variable-length sequences and model complex non-linear relationships.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Gates: Input, Forget, Output control information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Cell state preserves long-term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Widely adopted for multivariate time-series forecasting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Foundation for many subsequent improvements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Informer - Transformer for Long Sequence Time-Series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Informer (AAAI 2021) introduced a novel Transformer architecture specifically designed for long sequence time-series forecasting (LSTF).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paper addresses the quadratic complexity limitation of standard Transformers through ProbSparse self-attention mechanism.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Achieved state-of-the-art results on multiple benchmarks while significantly reducing computational requirements.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ProbSparse attention reduces O(L²) to O(L log 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Self-attention distillation for efficient 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Generative style decoder for long sequence prediction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Outperforms LSTM and standard Transformers on LSTF tasks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Autoformer - Decomposition Transformers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Autoformer (NeurIPS 2021) introduced a novel architecture with auto-correlation mechanism as a replacement for self-attention.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key innovation is the decomposition architecture that separates trend and seasonal components inherently.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Autoformer achieves superior performance on long-term forecasting tasks by better capturing periodic patterns.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Auto-correlation discovers period-based dependencies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Decomposition block handles trend-seasonality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More efficient than standard Transformers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State-of-the-art on ETT, Weather, and Electricity datasets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Modern Approaches: LSTM-Based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LSTM-based architectures continue to evolve with various improvements addressing specific forecasting challenges.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Variants include Bidirectional LSTM for capturing past and future context, and stacked LSTMs for hierarchical feature learning.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Hybrid models combine LSTMs with attention mechanisms to focus on relevant time steps.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Bidirectional LSTM: context from both directions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Stacked LSTM: multiple layers for hierarchical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LSTM-Attention: focus on important time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Effective for medium-length sequences and multivariate data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Modern Approaches: Transformer-Based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Transformers have become dominant in time-series forecasting due to their ability to model long-range dependencies efficiently.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variants include LogTrans (Log-Sparse Transformer), Reformer (Locality-sensitive hashing), and FEDformer (Frequency-enhanced decomposition).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These models address the computational challenges of applying attention mechanisms to long sequences.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LogTrans: log-sparse attention for efficiency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Reformer: LSH attention reduces memory footprint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FEDformer: frequency-domain decomposition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Scalable to very long sequences (thousands of steps)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Modern Approaches: Temporal Convolutional Networks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Temporal Convolutional Networks (TCNs) use causal convolutions with dilations to capture long-term dependencies efficiently.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TCNs offer advantages in parallel training, stable gradients, and flexible receptive field sizes.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They have shown competitive performance against LSTMs and Transformers on various forecasting tasks.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Causal convolutions prevent information leakage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Dilated convolutions increase receptive field exponentially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Parallel training unlike sequential RNNs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Effective for real-time forecasting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Innovations &amp;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Recent advances focus on addressing three main challenges: computational efficiency, long-term dependency modeling, and handling multivariate relationships.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Trend towards decomposition-based architectures that separate different frequency components.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Integration of domain knowledge and inductive biases specific to time-series data.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Efficiency: sparse attention, linear attention variants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Decomposition: trend-seasonality separation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Multivariate modeling: cross-series attention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Pre-training and transfer learning emerging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Performance Comparison &amp; Benchmarks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Standard benchmarks include ETT (Electricity Transformer Temperature), Weather, Electricity, and Traffic datasets.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Transformer-based models (Informer, Autoformer, FEDformer) consistently outperform LSTM and TCN on long-term forecasting.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LSTM-based models remain competitive for medium-term forecasting and scenarios with limited training data.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Long-term (&gt;96 steps): Transformers dominate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Medium-term: LSTM and TCN competitive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Short-term: All approaches perform well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Trade-offs: accuracy vs. computational cost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Practical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Model selection depends on sequence length, data characteristics, available compute resources, and latency requirements.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Data preprocessing including normalization, handling missing values, and feature engineering remains critical.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Deployment considerations include model size, inference speed, and ability to handle concept drift.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Short sequences: LSTM or TCN often sufficient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Long sequences: Transformer-based models preferred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Edge deployment: consider model compression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Monitoring: track performance degradation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Future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Research continues in several promising directions including foundation models for time-series, neural architecture search, and uncertainty quantification.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Integration of causal reasoning and physics-informed constraints for domain-specific applications.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Improved handling of non-stationary distributions and concept drift in real-world scenarios.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Foundation models: TimeGPT, Chronos, Lag-Llama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Causal discovery for interpretable forecasting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Physics-informed neural networks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Robustness to distribution shift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Time-series ML prediction has evolved significantly from LSTM-based approaches to sophisticated Transformer architectures.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field continues to advance with innovations in efficiency, decomposition, and multivariate modeling.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Practical deployment requires careful consideration of data characteristics, computational constraints, and application requirements.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LSTM: solid foundation, widely adopted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Transformers: state-of-the-art for long sequences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TCNs: efficient alternative for certain tasks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Choose model based on specific use case requirements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ML Prediction: Top Papers &amp; Approaches</dc:title>
  <dc:subject>Time-Series ML Prediction: Top Papers &amp; Approaches</dc:subject>
  <dc:creator>Manus Agent</dc:creator>
  <cp:lastModifiedBy>Manus Agent</cp:lastModifiedBy>
  <cp:revision>1</cp:revision>
  <dcterms:created xsi:type="dcterms:W3CDTF">2026-01-31T10:35:09Z</dcterms:created>
  <dcterms:modified xsi:type="dcterms:W3CDTF">2026-01-31T10:35:09Z</dcterms:modified>
</cp:coreProperties>
</file>