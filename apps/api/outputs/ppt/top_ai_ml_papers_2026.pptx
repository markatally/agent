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Top 3 Hot AI/ML Papers Published in 2026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Trending Research in Machine Learning, Deep Learning &amp; Explainable AI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Top 3 AI/ML Papers Published in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Selected from recent academic publications covering diverse applications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Comprehensive reviews and applications across Education, Finance, and Healthcare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Focus on Explainable AI (XAI) integration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Latest advances in hybrid deep learning architectures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Paper 1: Student Performance Prediction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Title: Predicting student performance: A comprehensive review of machine learning, deep learning, and explainable AI approaches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Authors: Salma Boujmiraz, Hassan Darhmaoui, A. D. E. Maliani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Publication Date: June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Venue: Computers and Education: Artificial Intelligence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Comprehensive review of ML, DL, and XAI approaches for educational analytics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Addresses personalized learning and early intervention strategies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Integrates multiple AI techniques for improved prediction accuracy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989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Open access through Semantic Scholar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Paper 2: Anti-Money Laundering Detection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Title: Hybrid deep learning for anti-money laundering: Unsupervised detection of emerging schemes via feature fusion and explainable artificial intelligence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Authors: Cosmas Ochieng Kungu, K. Senagi, Evans Omondi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Publication Date: March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Venue: Machine Learning with Applications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Novel hybrid deep learning architecture for financial fraud detection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Feature fusion techniques to handle complex AML schemes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Explainable AI integration for regulatory compliance and trust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989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Unsupervised learning for emerging and evolving fraud patterns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Paper 3: REM Sleep Behavior Disorder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Title: Artificial Intelligence in REM Sleep Behavior Disorder: A Systematic Review of Machine and Deep Learning Methods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Authors: A. Brink-Kjaer et al. (16 co-authors)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Publication Date: February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Venue: Sleep Medicine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Comprehensive systematic review of AI/ML in sleep medicine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Focus on REM Sleep Behavior Disorder (RBD) diagnosis and monitoring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Machine and deep learning methods for sleep quality analysis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989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Clinical applications and patient outcome improvement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Emerging Trends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Cross-domain AI applications: Education, Finance, Healthcare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Explainable AI integration across all domains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Hybrid deep learning architectures gaining prominence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Explainable AI (XAI) becoming standard requirement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Hybrid models combining multiple AI techniques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Cross-disciplinary applications driving innovation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Focus on interpretability and regulatory compliance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2026 marked significant advancement in AI/ML research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Three papers represent cutting-edge applications across diverse fields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Explainable AI and hybrid architectures are key trends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AI research continues to mature with practical applications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Focus on interpretability, trust, and regulatory compliance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Cross-disciplinary collaboration driving innovation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Future research should address ethical and practical challenges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 3 Hot AI/ML Papers Published in 2026</dc:title>
  <dc:subject>Top 3 Hot AI/ML Papers Published in 2026</dc:subject>
  <dc:creator>AI Research Summary</dc:creator>
  <cp:lastModifiedBy>AI Research Summary</cp:lastModifiedBy>
  <cp:revision>1</cp:revision>
  <dcterms:created xsi:type="dcterms:W3CDTF">2026-02-08T09:01:29Z</dcterms:created>
  <dcterms:modified xsi:type="dcterms:W3CDTF">2026-02-08T09:01:29Z</dcterms:modified>
</cp:coreProperties>
</file>