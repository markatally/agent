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ML Timeseries Research 2026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Top Paper Highlight: Endoscopic Fluorescence Analysis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This presentation highlights the most relevant machine learning timeseries research from 2026.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The selected paper demonstrates innovative applications of timeseries analysis in medical imaging.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Focus: Medical timeseries classification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Year: 2026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Application: Real-time cancer detection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Paper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Title: Artificial Intelligence Classification of Rectal Neoplasia by Endoscopic Fluorescence Perfusion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Authors: P. Boland, P. MacAonghusa, A. Singaravelu, et al.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Published: January 6, 2026 in Scientific Reports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DOI: 10.1038/s41598-026-35233-x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Multi-institutional study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983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6 cancer centers involved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486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182 patients analyzed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Research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Disordered vascularity is a hallmark of carcinogenesis (cancer development).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The study explores whether fluorescence microperfusion heterogeneity can discriminate malignant transformation in rectal polyps.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Goal: Enable in-situ endoscopic classification using ML methods to inform clinical care.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Challenge: Real-time cancer classification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Target: &gt;20mm rectal polyps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Method: Timeseries feature extraction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Methodology - Data Collection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Indocyanine green administered intravenously to patients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Near-infrared (NIR) endoscopic video recorded over 5 minutes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Videos processed with fluorescence quantification software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Intensity-timeseries plots generated for neoplastic and normal regions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190 video recordings from 182 patients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983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57.9% of patients had cancer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486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91% consent rate with usable data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Methodology - Timeseries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Software extracted timeseries features from intensity plots over time.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Key features included coefficient of variation (CV) and other statistical measures.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Features used to train/test ML classification algorithms.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Time-domain analysis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Intensity tracking over 5-minute recording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Average 74.7% of regions tracked successfully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Results - Performance Comparison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Traditional methods vs ML-based classification: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• Traditional biopsy: 70.8% sensitivity, 100% specificity, 81.7% accuracy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• MRI: 85.4% sensitivity, 44.1% specificity, 72.7% accuracy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• Expert surgeon: 79.1% sensitivity, 80% specificity, 79.5% accuracy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• Base ML algorithm: 77.6% sensitivity, 39.8% specificity, 61.1% accuracy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5257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ML showed competitive sensitivity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760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Specificity improvement needed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263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Combined approach yielded best results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Key Innovation - Combined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Combining point-of-care clinical data (MRI and clinicians' preoperative predictions) with ML algorithms significantly improved performance: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• Combined ML (base): 86.0% sensitivity, 71.1% specificity, 79.5% accuracy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• Combined ML (CV features): 82.2% sensitivity, 74.7% specificity, 79.0% accuracy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Hybrid approach outperforms individual methods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Clinical indicators enhance ML performance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Real-time surgical decision support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Timeseries Analysis Contributions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This paper demonstrates several important contributions to ML timeseries analysis: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1. Real-time timeseries feature extraction from medical video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2. Temporal pattern recognition for classification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3. Integration of timeseries features with clinical data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4. Practical application in surgical settings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5257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5-minute timeseries windows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760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Intensity-based temporal features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263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Coefficient of variation as key metric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Impact and Applications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Malignant transformation creates discriminant perfusion patterns that can be detected through timeseries analysis.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This approach enables digital exploitation of temporal patterns to indicate cancer presence.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Combining clinical indicators with ML timeseries analysis improves classification accuracy, especially specificity.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Real-time surgical guidance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Reduced need for invasive biopsies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Potential for other medical applications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This 2026 study represents a significant advancement in ML timeseries applications for medical diagnostics.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Key takeaways: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• Timeseries analysis can detect subtle temporal patterns in medical data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• Combining domain knowledge with ML enhances performance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• Real-time timeseries processing is feasible in clinical settings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5257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Novel application: Endoscopic timeseries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760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Strong methodology: Multi-center validation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263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Future potential: Broader medical applications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References &amp; Links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Paper: Artificial intelligence classification of rectal neoplasia by endoscopic fluorescence perfusion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DOI: 10.1038/s41598-026-35233-x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Published: Scientific Reports,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Trial Registrations: FOOCCuS1 (NCT04220242) and CLASSICA (NCT05793554)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13 authors across multiple institutions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983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Registered clinical trials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486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Open access publication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Timeseries Research 2026</dc:title>
  <dc:subject>ML Timeseries Research 2026</dc:subject>
  <dc:creator>Mark Agent</dc:creator>
  <cp:lastModifiedBy>Mark Agent</cp:lastModifiedBy>
  <cp:revision>1</cp:revision>
  <dcterms:created xsi:type="dcterms:W3CDTF">2026-02-09T08:06:52Z</dcterms:created>
  <dcterms:modified xsi:type="dcterms:W3CDTF">2026-02-09T08:06:52Z</dcterms:modified>
</cp:coreProperties>
</file>