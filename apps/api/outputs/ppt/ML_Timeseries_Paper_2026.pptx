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Shapelets-Enriched Selective Forecasting using Time Series Foundation Models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Hottest ML Timeseries Paper of 2026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Shapelets-Enriched Selective Forecasting using Time Series Foundation Models addresses a critical limitation in modern time series forecasting: the unreliability of foundation model predictions on critical data segments.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Published January 16, 2026 by Shivani Tomar, Seshu Tirupathi, Elizabeth Daly, and Ivana Dusparic.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Focuses on time series foundation models (TSFMs)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Addresses zero-shot forecasting reliability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Introduces selective forecasting framework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Validated on diverse benchmark datasets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Time series foundation models have gained significant attention for their ability to model complex data across domains including traffic, energy, and weather. While they demonstrate strong average zero-shot performance, their predictions on certain critical regions are not always reliable.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This limitation hinders real-world applications, especially when data exhibits unique trends or patterns that differ from training distributions.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Strong average performance but unreliable on critical segments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Limits usability in safety-critical applications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Unique trends pose challenges for zero-shot models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Need for reliability assessment mechanisms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Proposed Solution: Selective Forecasting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The paper introduces a selective forecasting framework that identifies critical segments of time series using shapelets - distinctive subsequences that capture characteristic patterns in the data.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Shapelets are learned using shift-invariant dictionary learning on the validation split of the target domain dataset, enabling domain-specific pattern recognition.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Shapelet-based critical segment identification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Shift-invariant dictionary learning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Distance-based similarity assessment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User-informed prediction reliability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The framework leverages both zero-shot forecasting capabilities of foundation models and learned shapelets to assess prediction reliability. By computing distance-based similarity to learned shapelets, the system can identify when predictions are likely to be unreliable.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Users can selectively discard unreliable predictions and gain insight into the model's realistic capabilities, enabling more informed decision-making.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Learn shapelets from validation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Compute similarity scores to shapelets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Flag unreliable predictions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Enable selective prediction usage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Key Innovations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This work represents the first integration of shapelet-based analysis with time series foundation models for selective forecasting. The approach provides a principled mechanism to assess and communicate prediction reliability.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The shift-invariant dictionary learning approach ensures robust shapelet discovery that captures meaningful patterns regardless of temporal alignment.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First shapelet-enhanced TSFM framework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Principled reliability assessment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Domain-adaptive pattern learning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User-friendly uncertainty communication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Empirical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Extensive experiments on diverse benchmark time series datasets demonstrate the effectiveness of the proposed approach. The method successfully identifies unreliable prediction regions while maintaining strong overall forecasting performance.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Results show significant improvements in practical usability, as users can confidently rely on predictions in non-critical regions while being alerted to potential issues in critical segments.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Validated on multiple benchmark datasets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Effective critical segment identification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Maintains strong forecasting accuracy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Enhanced practical reliability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Applications &amp; Impact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The selective forecasting framework has broad applicability across domains where reliable time series prediction is crucial, including traffic management, energy forecasting, weather prediction, and financial modeling.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By enabling users to understand and act on prediction reliability, this work bridges the gap between advanced foundation models and real-world deployment requirements.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Traffic and energy forecasting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Weather prediction systems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Financial time series analysis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Safety-critical applications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Conclusion &amp; Future Directions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Shapelets-Enriched Selective Forecasting represents a significant advance in making time series foundation models more practical and trustworthy for real-world applications. The selective forecasting paradigm opens new research directions in reliable AI systems.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Future work may explore automated shapelet discovery, integration with other uncertainty quantification methods, and extension to other types of foundation models.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Enhances TSFM practical usability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Introduces selective forecasting paradigm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Enables trustworthy AI deployment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Opens new research directions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Shapelets-Enriched Selective Forecasting using Time Series Foundation Models</dc:title>
  <dc:subject>Shapelets-Enriched Selective Forecasting using Time Series Foundation Models</dc:subject>
  <dc:creator>Mark Agent</dc:creator>
  <cp:lastModifiedBy>Mark Agent</cp:lastModifiedBy>
  <cp:revision>1</cp:revision>
  <dcterms:created xsi:type="dcterms:W3CDTF">2026-02-09T10:38:26Z</dcterms:created>
  <dcterms:modified xsi:type="dcterms:W3CDTF">2026-02-09T10:38:26Z</dcterms:modified>
</cp:coreProperties>
</file>