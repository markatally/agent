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Machine Learning Fundamentals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What is Machine Learning?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Machine Learning is a subset of AI that enables systems to learn from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Instead of explicit programming, ML builds models from examples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Supervised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Unsupervised Learning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Reinforcement Learning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Concepts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Understanding ML requires familiarity with core concepts: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Training Data - Examples used to build the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Features - Input variables used for prediction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Model - The learned function that makes predictions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Labels - Correct answers in supervised learning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Fundamentals</dc:title>
  <dc:subject>Machine Learning Fundamentals</dc:subject>
  <dc:creator>Manus Agent</dc:creator>
  <cp:lastModifiedBy>Manus Agent</cp:lastModifiedBy>
  <cp:revision>1</cp:revision>
  <dcterms:created xsi:type="dcterms:W3CDTF">2026-01-31T02:21:41Z</dcterms:created>
  <dcterms:modified xsi:type="dcterms:W3CDTF">2026-01-31T02:21:41Z</dcterms:modified>
</cp:coreProperties>
</file>